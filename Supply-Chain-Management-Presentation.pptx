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1259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888" y="-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516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1832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Supply Chain Management System with AI Chatbot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57604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910D0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Revolutionizing Supply Chain Efficiency through AI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1940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 Irteza Waseem 13952</a:t>
            </a:r>
            <a:endParaRPr lang="en-US" sz="1750" dirty="0">
              <a:solidFill>
                <a:schemeClr val="accent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Hashir Ahmed 13948</a:t>
            </a:r>
            <a:endParaRPr lang="en-US" sz="1750" dirty="0">
              <a:solidFill>
                <a:schemeClr val="accent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280190" y="54302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Abdullah 13694</a:t>
            </a:r>
            <a:endParaRPr lang="en-US" sz="1750" dirty="0">
              <a:solidFill>
                <a:schemeClr val="accent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280190" y="604825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Ubaid Rashid 14229</a:t>
            </a:r>
            <a:endParaRPr lang="en-US" sz="175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88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2707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coordinating production, inventory, and distribution to boost efficiency and cut costs.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13217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technology to automate manual processes, providing real-time visibility.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93727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analysis helps to optimize operations and improve decision-making.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4237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Security, reliability, and flexibility to adapt to business growth are key features.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2502932"/>
            <a:ext cx="6244709" cy="42726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02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Aims 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1048941" y="2482691"/>
            <a:ext cx="30480" cy="4426625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4" name="Shape 2"/>
          <p:cNvSpPr/>
          <p:nvPr/>
        </p:nvSpPr>
        <p:spPr>
          <a:xfrm>
            <a:off x="1273612" y="2722602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48269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8860" y="252519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2183011" y="25605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Completion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83011" y="3050977"/>
            <a:ext cx="116535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aims to achieve a milestone of 50% completion by the end of the semester.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273612" y="4107418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0" name="Shape 8"/>
          <p:cNvSpPr/>
          <p:nvPr/>
        </p:nvSpPr>
        <p:spPr>
          <a:xfrm>
            <a:off x="793790" y="386750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8860" y="391001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2183011" y="39453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83011" y="4435793"/>
            <a:ext cx="116535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integration of various supply chain components, including inventory, suppliers, orders, and logistics, is a priority.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273612" y="5855137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5" name="Shape 13"/>
          <p:cNvSpPr/>
          <p:nvPr/>
        </p:nvSpPr>
        <p:spPr>
          <a:xfrm>
            <a:off x="793790" y="561522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8860" y="565773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2183011" y="5693093"/>
            <a:ext cx="30880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Satisfaction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183011" y="6183511"/>
            <a:ext cx="116535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satisfaction is a key objective, achieved through improved delivery times and personalized service.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6508" y="500182"/>
            <a:ext cx="4546640" cy="568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841058" y="1432084"/>
            <a:ext cx="22860" cy="6297216"/>
          </a:xfrm>
          <a:prstGeom prst="roundRect">
            <a:avLst>
              <a:gd name="adj" fmla="val 334138"/>
            </a:avLst>
          </a:prstGeom>
          <a:solidFill>
            <a:srgbClr val="C0C1D7"/>
          </a:solidFill>
          <a:ln/>
        </p:spPr>
      </p:sp>
      <p:sp>
        <p:nvSpPr>
          <p:cNvPr id="4" name="Shape 2"/>
          <p:cNvSpPr/>
          <p:nvPr/>
        </p:nvSpPr>
        <p:spPr>
          <a:xfrm>
            <a:off x="1022747" y="1625203"/>
            <a:ext cx="545544" cy="22860"/>
          </a:xfrm>
          <a:prstGeom prst="roundRect">
            <a:avLst>
              <a:gd name="adj" fmla="val 334138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636508" y="1432084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671" y="1466136"/>
            <a:ext cx="272772" cy="340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50338" y="1494592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Inventory Tracking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750338" y="1887736"/>
            <a:ext cx="12243554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monitoring ensures accurate stock levels.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22747" y="2735342"/>
            <a:ext cx="545544" cy="22860"/>
          </a:xfrm>
          <a:prstGeom prst="roundRect">
            <a:avLst>
              <a:gd name="adj" fmla="val 334138"/>
            </a:avLst>
          </a:prstGeom>
          <a:solidFill>
            <a:srgbClr val="C0C1D7"/>
          </a:solidFill>
          <a:ln/>
        </p:spPr>
      </p:sp>
      <p:sp>
        <p:nvSpPr>
          <p:cNvPr id="10" name="Shape 8"/>
          <p:cNvSpPr/>
          <p:nvPr/>
        </p:nvSpPr>
        <p:spPr>
          <a:xfrm>
            <a:off x="636508" y="2542223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671" y="2576274"/>
            <a:ext cx="272772" cy="340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50338" y="2604730"/>
            <a:ext cx="2291358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Demand Forecasting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750338" y="2997875"/>
            <a:ext cx="12243554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algorithms predict future sales patterns.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22747" y="3845481"/>
            <a:ext cx="545544" cy="22860"/>
          </a:xfrm>
          <a:prstGeom prst="roundRect">
            <a:avLst>
              <a:gd name="adj" fmla="val 334138"/>
            </a:avLst>
          </a:prstGeom>
          <a:solidFill>
            <a:srgbClr val="C0C1D7"/>
          </a:solidFill>
          <a:ln/>
        </p:spPr>
      </p:sp>
      <p:sp>
        <p:nvSpPr>
          <p:cNvPr id="15" name="Shape 13"/>
          <p:cNvSpPr/>
          <p:nvPr/>
        </p:nvSpPr>
        <p:spPr>
          <a:xfrm>
            <a:off x="636508" y="3652361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671" y="3686413"/>
            <a:ext cx="272772" cy="340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750338" y="3714869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Support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750338" y="4108013"/>
            <a:ext cx="12243554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chatbot assists users with queries and updates.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22747" y="4955619"/>
            <a:ext cx="545544" cy="22860"/>
          </a:xfrm>
          <a:prstGeom prst="roundRect">
            <a:avLst>
              <a:gd name="adj" fmla="val 334138"/>
            </a:avLst>
          </a:prstGeom>
          <a:solidFill>
            <a:srgbClr val="C0C1D7"/>
          </a:solidFill>
          <a:ln/>
        </p:spPr>
      </p:sp>
      <p:sp>
        <p:nvSpPr>
          <p:cNvPr id="20" name="Shape 18"/>
          <p:cNvSpPr/>
          <p:nvPr/>
        </p:nvSpPr>
        <p:spPr>
          <a:xfrm>
            <a:off x="636508" y="4762500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671" y="4796552"/>
            <a:ext cx="272772" cy="340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750338" y="4825008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Order Management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750338" y="5218152"/>
            <a:ext cx="12243554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order processing saves time and effort.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22747" y="6065758"/>
            <a:ext cx="545544" cy="22860"/>
          </a:xfrm>
          <a:prstGeom prst="roundRect">
            <a:avLst>
              <a:gd name="adj" fmla="val 334138"/>
            </a:avLst>
          </a:prstGeom>
          <a:solidFill>
            <a:srgbClr val="C0C1D7"/>
          </a:solidFill>
          <a:ln/>
        </p:spPr>
      </p:sp>
      <p:sp>
        <p:nvSpPr>
          <p:cNvPr id="25" name="Shape 23"/>
          <p:cNvSpPr/>
          <p:nvPr/>
        </p:nvSpPr>
        <p:spPr>
          <a:xfrm>
            <a:off x="636508" y="5872639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671" y="5906691"/>
            <a:ext cx="272772" cy="340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750338" y="5935147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Stock Prioritization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750338" y="6328291"/>
            <a:ext cx="12243554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analysis prioritizes items based on real-time data.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22747" y="7175897"/>
            <a:ext cx="545544" cy="22860"/>
          </a:xfrm>
          <a:prstGeom prst="roundRect">
            <a:avLst>
              <a:gd name="adj" fmla="val 334138"/>
            </a:avLst>
          </a:prstGeom>
          <a:solidFill>
            <a:srgbClr val="C0C1D7"/>
          </a:solidFill>
          <a:ln/>
        </p:spPr>
      </p:sp>
      <p:sp>
        <p:nvSpPr>
          <p:cNvPr id="30" name="Shape 28"/>
          <p:cNvSpPr/>
          <p:nvPr/>
        </p:nvSpPr>
        <p:spPr>
          <a:xfrm>
            <a:off x="636508" y="6982778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671" y="7016829"/>
            <a:ext cx="272772" cy="340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750338" y="7045285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Stock Management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1750338" y="7438430"/>
            <a:ext cx="12243554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updates stock levels automatically, ensuring optimal inventory control.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232" y="560308"/>
            <a:ext cx="6833711" cy="636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Addressing Key Challenges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944" y="1603296"/>
            <a:ext cx="1307306" cy="11725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70484" y="2156103"/>
            <a:ext cx="286107" cy="357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870728" y="2030492"/>
            <a:ext cx="4069794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Demanding items are not known.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718090" y="2791658"/>
            <a:ext cx="9149239" cy="11430"/>
          </a:xfrm>
          <a:prstGeom prst="roundRect">
            <a:avLst>
              <a:gd name="adj" fmla="val 747870"/>
            </a:avLst>
          </a:prstGeom>
          <a:solidFill>
            <a:srgbClr val="C0C1D7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6291" y="2826663"/>
            <a:ext cx="2614732" cy="11725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70484" y="3234095"/>
            <a:ext cx="286107" cy="357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5524500" y="3253859"/>
            <a:ext cx="3724037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Stock management for future.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5371862" y="4015026"/>
            <a:ext cx="8495467" cy="11430"/>
          </a:xfrm>
          <a:prstGeom prst="roundRect">
            <a:avLst>
              <a:gd name="adj" fmla="val 747870"/>
            </a:avLst>
          </a:prstGeom>
          <a:solidFill>
            <a:srgbClr val="C0C1D7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518" y="4050030"/>
            <a:ext cx="3922157" cy="11725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70484" y="4457462"/>
            <a:ext cx="286107" cy="357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50" dirty="0"/>
          </a:p>
        </p:txBody>
      </p:sp>
      <p:sp>
        <p:nvSpPr>
          <p:cNvPr id="13" name="Text 8"/>
          <p:cNvSpPr/>
          <p:nvPr/>
        </p:nvSpPr>
        <p:spPr>
          <a:xfrm>
            <a:off x="6178153" y="4477226"/>
            <a:ext cx="6540818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operational costs and customer dissatisfaction.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6025515" y="5238393"/>
            <a:ext cx="7841813" cy="11430"/>
          </a:xfrm>
          <a:prstGeom prst="roundRect">
            <a:avLst>
              <a:gd name="adj" fmla="val 747870"/>
            </a:avLst>
          </a:prstGeom>
          <a:solidFill>
            <a:srgbClr val="C0C1D7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8865" y="5273397"/>
            <a:ext cx="5229463" cy="11725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870484" y="5680829"/>
            <a:ext cx="286107" cy="357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250" dirty="0"/>
          </a:p>
        </p:txBody>
      </p:sp>
      <p:sp>
        <p:nvSpPr>
          <p:cNvPr id="17" name="Text 11"/>
          <p:cNvSpPr/>
          <p:nvPr/>
        </p:nvSpPr>
        <p:spPr>
          <a:xfrm>
            <a:off x="6831806" y="5476875"/>
            <a:ext cx="3142417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Dissatisfaction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6831806" y="5916930"/>
            <a:ext cx="3142417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6679168" y="6461760"/>
            <a:ext cx="7188160" cy="11430"/>
          </a:xfrm>
          <a:prstGeom prst="roundRect">
            <a:avLst>
              <a:gd name="adj" fmla="val 747870"/>
            </a:avLst>
          </a:prstGeom>
          <a:solidFill>
            <a:srgbClr val="C0C1D7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12" y="6496764"/>
            <a:ext cx="6536888" cy="11725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870484" y="6904196"/>
            <a:ext cx="286107" cy="357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250" dirty="0"/>
          </a:p>
        </p:txBody>
      </p:sp>
      <p:sp>
        <p:nvSpPr>
          <p:cNvPr id="22" name="Text 15"/>
          <p:cNvSpPr/>
          <p:nvPr/>
        </p:nvSpPr>
        <p:spPr>
          <a:xfrm>
            <a:off x="7485578" y="6700242"/>
            <a:ext cx="3209925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Lack of time Management</a:t>
            </a:r>
            <a:endParaRPr lang="en-US" sz="2000" dirty="0"/>
          </a:p>
        </p:txBody>
      </p:sp>
      <p:sp>
        <p:nvSpPr>
          <p:cNvPr id="23" name="Text 16"/>
          <p:cNvSpPr/>
          <p:nvPr/>
        </p:nvSpPr>
        <p:spPr>
          <a:xfrm>
            <a:off x="7485578" y="7140297"/>
            <a:ext cx="320992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40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Functionality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164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8860" y="285892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2894290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Forecasting for Prediction in Sales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3739039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forecasting algorithms to predict future sales.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35893" y="28164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20963" y="285892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5973008" y="2894290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Inventory Automation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73008" y="3739039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stock availability driven from real-time data.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77995" y="28164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63065" y="285892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0415111" y="2894290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Order Management Automation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415111" y="3739039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order processing from suppliers to customers.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28137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8860" y="532388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1530906" y="5359241"/>
            <a:ext cx="47459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Supplier and Vendor Collaboration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30906" y="5849660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Facilitate seamless communication between suppliers, manufacturers, and customers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457003" y="528137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2074" y="532388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650" dirty="0"/>
          </a:p>
        </p:txBody>
      </p:sp>
      <p:sp>
        <p:nvSpPr>
          <p:cNvPr id="21" name="Text 19"/>
          <p:cNvSpPr/>
          <p:nvPr/>
        </p:nvSpPr>
        <p:spPr>
          <a:xfrm>
            <a:off x="8194119" y="53592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Chatbot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194119" y="5849660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Solve customer and seller queries.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334" y="605314"/>
            <a:ext cx="5502473" cy="68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Block Diagram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057" y="1263071"/>
            <a:ext cx="8955314" cy="65601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0334" y="7271980"/>
            <a:ext cx="13089731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334" y="605552"/>
            <a:ext cx="5502473" cy="68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33" y="798286"/>
            <a:ext cx="13089730" cy="67845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0334" y="7271742"/>
            <a:ext cx="13089731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735" y="582573"/>
            <a:ext cx="5284113" cy="660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Developed Design 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03" y="1797725"/>
            <a:ext cx="5109658" cy="474499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115" y="1797724"/>
            <a:ext cx="7983569" cy="580377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42115" y="6542723"/>
            <a:ext cx="7456051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739735" y="7308771"/>
            <a:ext cx="13150929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2633"/>
            <a:ext cx="84120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Algorithm: Why Use XGBoost?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7504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8860" y="321754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3252907"/>
            <a:ext cx="43674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Handles Complex Relationships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3743325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 handles complex, non-linear relationships in supply chain data.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57003" y="317504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2074" y="321754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8194119" y="3252907"/>
            <a:ext cx="30063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Identifies Key Factors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94119" y="3743325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Such as promotions, holidays, and seasonality.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9227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8860" y="496526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530906" y="5000625"/>
            <a:ext cx="29964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Scalable and Efficient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30906" y="5491043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 is efficient with large datasets and scalable for real-world applications.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57003" y="49227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2074" y="496526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8194119" y="5000625"/>
            <a:ext cx="31639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Inventory Optimization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94119" y="5491043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Minimize overstocking and stockouts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2222"/>
            <a:ext cx="5670590" cy="19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Simulations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551543" y="1891002"/>
            <a:ext cx="13904685" cy="51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Impact: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Simulate event effects (e.g., promotion) on predictions.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51542" y="2404924"/>
            <a:ext cx="13904685" cy="192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Chatbot Load: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(Conceptual) Represent chatbot handling queries.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51540" y="2923294"/>
            <a:ext cx="13904685" cy="192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 Gain: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Compare order processing times (with/without system).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51541" y="3366614"/>
            <a:ext cx="13904685" cy="192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Propagation: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Simulate how changes ripple through the system.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735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Animations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697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Inventory: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Animate stock changes on a warehouse display.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3119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Flow: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Animate order progression (customer to delivery).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75415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Chatbot Interaction: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Show simulated chat with user/bot dialogue.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19635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Forecast: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Animate trend line extension (XGBoost).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36385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Flow: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Animate information movement in the system.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34161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Schematics</a:t>
            </a:r>
            <a:endParaRPr lang="en-US" sz="4450" dirty="0"/>
          </a:p>
        </p:txBody>
      </p:sp>
      <p:sp>
        <p:nvSpPr>
          <p:cNvPr id="9" name="Text 7"/>
          <p:cNvSpPr/>
          <p:nvPr/>
        </p:nvSpPr>
        <p:spPr>
          <a:xfrm>
            <a:off x="793790" y="539055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Show the core flow (Suppliers → Customers).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8327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Modules: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Diagram the system's components.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2749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Show component-database interaction.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7171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Chatbot: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Illustrate user-bot communication.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715934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Process: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Detail the order workflow.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50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97505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Improved Efficiency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622358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order processing and delivery times.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667" y="2897505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3101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 Savings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3101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operational costs through optimized inventory management.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224" y="5043845"/>
            <a:ext cx="33632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Enhanced Transparency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5534263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decision-making with access to accurate, up-to-date data.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667" y="4809411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63101" y="5043845"/>
            <a:ext cx="45285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Increased Customer Satisfaction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63101" y="5534263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Faster, more reliable delivery and fulfillment.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316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Precautions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45569"/>
            <a:ext cx="3048000" cy="18838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8128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Measures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303282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multi-factor authentication to protect sensitive data.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645569"/>
            <a:ext cx="3048119" cy="18838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48128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Integrity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5303282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 datasets to ensure forecasts accurately reflect current market trends.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645569"/>
            <a:ext cx="3048119" cy="188380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4812863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Backup and Disaster Recovery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5657612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robust data backups and disaster recovery plans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645569"/>
            <a:ext cx="3048119" cy="188380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48128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Software Updates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5303282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software, libraries, and dependencies updated to improve performance.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40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164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8860" y="285892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2894290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Inventory Tracking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3739039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optimal inventory management.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35893" y="28164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20963" y="285892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5973008" y="2894290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AI-Enhanced Communication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73008" y="3739039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Facilitates communication among suppliers, manufacturers.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77995" y="28164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63065" y="285892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0415111" y="2894290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Efficient Order Management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415111" y="3739039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Leading to faster order fulfillment and improved operational efficiency.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28137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8860" y="532388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1530906" y="5359241"/>
            <a:ext cx="4775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Enhanced Analytics and Reporting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30906" y="5849660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data-driven insights for demand forecasting and supply chain optimization.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457003" y="528137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2074" y="532388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650" dirty="0"/>
          </a:p>
        </p:txBody>
      </p:sp>
      <p:sp>
        <p:nvSpPr>
          <p:cNvPr id="21" name="Text 19"/>
          <p:cNvSpPr/>
          <p:nvPr/>
        </p:nvSpPr>
        <p:spPr>
          <a:xfrm>
            <a:off x="8194119" y="5359241"/>
            <a:ext cx="51923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Scalability and Customer Satisfaction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194119" y="5849660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reliable delivery and fulfillment that enhances overall customer satisfaction.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692</Words>
  <Application>Microsoft Office PowerPoint</Application>
  <PresentationFormat>Custom</PresentationFormat>
  <Paragraphs>148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 Irteza Waseem</cp:lastModifiedBy>
  <cp:revision>2</cp:revision>
  <dcterms:created xsi:type="dcterms:W3CDTF">2025-05-05T15:08:18Z</dcterms:created>
  <dcterms:modified xsi:type="dcterms:W3CDTF">2025-05-05T15:17:42Z</dcterms:modified>
</cp:coreProperties>
</file>